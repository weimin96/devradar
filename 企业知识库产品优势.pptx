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1678167ae646e1" /><Relationship Type="http://schemas.openxmlformats.org/officeDocument/2006/relationships/extended-properties" Target="/docProps/app.xml" Id="R5dad7d9e67804594" /><Relationship Type="http://schemas.openxmlformats.org/officeDocument/2006/relationships/officeDocument" Target="/ppt/presentation.xml" Id="R704729ee34a54d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9177e912414dfd"/>
    <p:sldMasterId xmlns:r="http://schemas.openxmlformats.org/officeDocument/2006/relationships" id="2147483653" r:id="Rd820ed0255d549bf"/>
  </p:sldMasterIdLst>
  <p:notesMasterIdLst>
    <p:notesMasterId xmlns:r="http://schemas.openxmlformats.org/officeDocument/2006/relationships" r:id="Re4f57d237c644f19"/>
  </p:notesMasterIdLst>
  <p:sldIdLst>
    <p:sldId xmlns:r="http://schemas.openxmlformats.org/officeDocument/2006/relationships" id="256" r:id="R91134ebf4fa44a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7b63599d764f86" /><Relationship Type="http://schemas.openxmlformats.org/officeDocument/2006/relationships/slideMaster" Target="/ppt/slideMasters/slideMaster1.xml" Id="Rc19177e912414dfd" /><Relationship Type="http://schemas.openxmlformats.org/officeDocument/2006/relationships/slideMaster" Target="/ppt/slideMasters/slideMaster2.xml" Id="Rd820ed0255d549bf" /><Relationship Type="http://schemas.openxmlformats.org/officeDocument/2006/relationships/notesMaster" Target="/ppt/notesMasters/notesMaster1.xml" Id="Re4f57d237c644f19" /><Relationship Type="http://schemas.openxmlformats.org/officeDocument/2006/relationships/presProps" Target="/ppt/presProps.xml" Id="Rad37e806b5444b62" /><Relationship Type="http://schemas.openxmlformats.org/officeDocument/2006/relationships/tableStyles" Target="/ppt/tableStyles.xml" Id="R7021d7f748644d52" /><Relationship Type="http://schemas.openxmlformats.org/officeDocument/2006/relationships/slide" Target="/ppt/slides/slide1.xml" Id="R91134ebf4fa4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3b876b7bb8348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odex PPT Theme">
  <a:themeElements>
    <a:clrScheme name="Codex PPT">
      <a:dk1>
        <a:srgbClr val="404040"/>
      </a:dk1>
      <a:lt1>
        <a:srgbClr val="FFFFFF"/>
      </a:lt1>
      <a:dk2>
        <a:srgbClr val="404040"/>
      </a:dk2>
      <a:lt2>
        <a:srgbClr val="000000"/>
      </a:lt2>
      <a:accent1>
        <a:srgbClr val="435BE1"/>
      </a:accent1>
      <a:accent2>
        <a:srgbClr val="000000"/>
      </a:accent2>
      <a:accent3>
        <a:srgbClr val="435BE1"/>
      </a:accent3>
      <a:accent4>
        <a:srgbClr val="000000"/>
      </a:accent4>
      <a:accent5>
        <a:srgbClr val="435BE1"/>
      </a:accent5>
      <a:accent6>
        <a:srgbClr val="000000"/>
      </a:accent6>
      <a:hlink>
        <a:srgbClr val="2563EB"/>
      </a:hlink>
      <a:folHlink>
        <a:srgbClr val="7C3AED"/>
      </a:folHlink>
    </a:clrScheme>
    <a:fontScheme name="Codex PPT">
      <a:majorFont>
        <a:latin typeface="Aptos"/>
        <a:ea typeface="PingFang SC"/>
        <a:cs typeface="Aptos"/>
      </a:majorFont>
      <a:minorFont>
        <a:latin typeface="Aptos"/>
        <a:ea typeface="PingFang SC"/>
        <a:cs typeface="Aptos"/>
      </a:minorFont>
    </a:fontScheme>
    <a:fmtScheme name="Codex 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8d0d33181a4b7f" /><Relationship Type="http://schemas.openxmlformats.org/officeDocument/2006/relationships/notesMaster" Target="/ppt/notesMasters/notesMaster1.xml" Id="Rdcb78745e0e8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要求，将六项概述扩展为十项具体优势。新增独立说明增量同步、原文溯源、分层空间、处理状态与异常重试。来源：README.md、docs/architecture.md、frontend/src/pages/DepartmentKnowledgePage.tsx、EnterpriseKnowledgePage.tsx。可选检索重排和协同能力依赖相应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90bad5ad04b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f879f97a046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8bb6387ba46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531154d5745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6b6831aac045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5aae32ce8a483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cf8eb4f0864ab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5b0a59f48a46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54ba19ddb84478" /></Relationships>
</file>

<file path=ppt/slideLayouts/slideLayout1.xml><?xml version="1.0" encoding="utf-8"?>
<p:sldLayout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Title">
            <a:extLst xmlns:a="http://schemas.openxmlformats.org/drawingml/2006/main">
              <a:ext uri="{FF2B5EF4-FFF2-40B4-BE49-F238E27FC236}">
                <a16:creationId xmlns:a16="http://schemas.microsoft.com/office/drawing/2014/main" id="{012C8802-AFC0-4FBC-9D96-CED32B32EF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5360" y="212598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Subtitle">
            <a:extLst xmlns:a="http://schemas.openxmlformats.org/drawingml/2006/main">
              <a:ext uri="{FF2B5EF4-FFF2-40B4-BE49-F238E27FC236}">
                <a16:creationId xmlns:a16="http://schemas.microsoft.com/office/drawing/2014/main" id="{10AB86BC-B907-4AF0-A357-91359E5943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5360" y="4251960"/>
            <a:ext cx="6096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与正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Title">
            <a:extLst xmlns:a="http://schemas.openxmlformats.org/drawingml/2006/main">
              <a:ext uri="{FF2B5EF4-FFF2-40B4-BE49-F238E27FC236}">
                <a16:creationId xmlns:a16="http://schemas.microsoft.com/office/drawing/2014/main" id="{8937CF37-E92D-4B7C-AD4D-CF2388B8B7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685800"/>
            <a:ext cx="10241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Content">
            <a:extLst xmlns:a="http://schemas.openxmlformats.org/drawingml/2006/main">
              <a:ext uri="{FF2B5EF4-FFF2-40B4-BE49-F238E27FC236}">
                <a16:creationId xmlns:a16="http://schemas.microsoft.com/office/drawing/2014/main" id="{939CF6E7-91E4-4EDA-A9D0-BB90749EE0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75360" y="2331720"/>
            <a:ext cx="926592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2" name="Date">
            <a:extLst xmlns:a="http://schemas.openxmlformats.org/drawingml/2006/main">
              <a:ext uri="{FF2B5EF4-FFF2-40B4-BE49-F238E27FC236}">
                <a16:creationId xmlns:a16="http://schemas.microsoft.com/office/drawing/2014/main" id="{9D5E01BA-A69B-45D1-920B-0AF5A1791EF6}"/>
              </a:ext>
            </a:extLst>
          </p:cNvPr>
          <p:cNvSpPr>
            <a:spLocks xmlns:a="http://schemas.openxmlformats.org/drawingml/2006/main" noGrp="1"/>
          </p:cNvSpPr>
          <p:nvPr>
            <p:ph type="dt" idx="0"/>
          </p:nvPr>
        </p:nvSpPr>
        <p:spPr>
          <a:xfrm xmlns:a="http://schemas.openxmlformats.org/drawingml/2006/main">
            <a:off x="609600" y="6446520"/>
            <a:ext cx="24384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3" name="Footer">
            <a:extLst xmlns:a="http://schemas.openxmlformats.org/drawingml/2006/main">
              <a:ext uri="{FF2B5EF4-FFF2-40B4-BE49-F238E27FC236}">
                <a16:creationId xmlns:a16="http://schemas.microsoft.com/office/drawing/2014/main" id="{94A4EBEF-5C9C-4D11-8FDC-765831C79153}"/>
              </a:ext>
            </a:extLst>
          </p:cNvPr>
          <p:cNvSpPr>
            <a:spLocks xmlns:a="http://schemas.openxmlformats.org/drawingml/2006/main" noGrp="1"/>
          </p:cNvSpPr>
          <p:nvPr>
            <p:ph type="ftr" idx="0"/>
          </p:nvPr>
        </p:nvSpPr>
        <p:spPr>
          <a:xfrm xmlns:a="http://schemas.openxmlformats.org/drawingml/2006/main">
            <a:off x="3901440" y="6446520"/>
            <a:ext cx="43891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43CB177-5DE5-4B96-975C-11906E094D4B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0850880" y="6446520"/>
            <a:ext cx="7315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77CCB8-1E40-4960-9E4D-A16AB6F36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125980"/>
            <a:ext cx="975360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Section Content">
            <a:extLst xmlns:a="http://schemas.openxmlformats.org/drawingml/2006/main">
              <a:ext uri="{FF2B5EF4-FFF2-40B4-BE49-F238E27FC236}">
                <a16:creationId xmlns:a16="http://schemas.microsoft.com/office/drawing/2014/main" id="{C6BB86EA-FC80-4A40-B09B-F209D7EC6E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19200" y="3703320"/>
            <a:ext cx="78028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2" name="Date">
            <a:extLst xmlns:a="http://schemas.openxmlformats.org/drawingml/2006/main">
              <a:ext uri="{FF2B5EF4-FFF2-40B4-BE49-F238E27FC236}">
                <a16:creationId xmlns:a16="http://schemas.microsoft.com/office/drawing/2014/main" id="{262B92A3-CA24-4DD5-BE12-5C325313EAF6}"/>
              </a:ext>
            </a:extLst>
          </p:cNvPr>
          <p:cNvSpPr>
            <a:spLocks xmlns:a="http://schemas.openxmlformats.org/drawingml/2006/main" noGrp="1"/>
          </p:cNvSpPr>
          <p:nvPr>
            <p:ph type="dt" idx="0"/>
          </p:nvPr>
        </p:nvSpPr>
        <p:spPr>
          <a:xfrm xmlns:a="http://schemas.openxmlformats.org/drawingml/2006/main">
            <a:off x="609600" y="6446520"/>
            <a:ext cx="24384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3" name="Footer">
            <a:extLst xmlns:a="http://schemas.openxmlformats.org/drawingml/2006/main">
              <a:ext uri="{FF2B5EF4-FFF2-40B4-BE49-F238E27FC236}">
                <a16:creationId xmlns:a16="http://schemas.microsoft.com/office/drawing/2014/main" id="{1E44649F-2B75-4852-8B07-91CD61198521}"/>
              </a:ext>
            </a:extLst>
          </p:cNvPr>
          <p:cNvSpPr>
            <a:spLocks xmlns:a="http://schemas.openxmlformats.org/drawingml/2006/main" noGrp="1"/>
          </p:cNvSpPr>
          <p:nvPr>
            <p:ph type="ftr" idx="0"/>
          </p:nvPr>
        </p:nvSpPr>
        <p:spPr>
          <a:xfrm xmlns:a="http://schemas.openxmlformats.org/drawingml/2006/main">
            <a:off x="3901440" y="6446520"/>
            <a:ext cx="43891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334DF7D-2B34-47A8-AE56-AFE313A23426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0850880" y="6446520"/>
            <a:ext cx="7315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空白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Date">
            <a:extLst xmlns:a="http://schemas.openxmlformats.org/drawingml/2006/main">
              <a:ext uri="{FF2B5EF4-FFF2-40B4-BE49-F238E27FC236}">
                <a16:creationId xmlns:a16="http://schemas.microsoft.com/office/drawing/2014/main" id="{C868B73D-D79C-4B83-B612-F531EF6AC095}"/>
              </a:ext>
            </a:extLst>
          </p:cNvPr>
          <p:cNvSpPr>
            <a:spLocks xmlns:a="http://schemas.openxmlformats.org/drawingml/2006/main" noGrp="1"/>
          </p:cNvSpPr>
          <p:nvPr>
            <p:ph type="dt" idx="0"/>
          </p:nvPr>
        </p:nvSpPr>
        <p:spPr>
          <a:xfrm xmlns:a="http://schemas.openxmlformats.org/drawingml/2006/main">
            <a:off x="609600" y="6446520"/>
            <a:ext cx="24384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Footer">
            <a:extLst xmlns:a="http://schemas.openxmlformats.org/drawingml/2006/main">
              <a:ext uri="{FF2B5EF4-FFF2-40B4-BE49-F238E27FC236}">
                <a16:creationId xmlns:a16="http://schemas.microsoft.com/office/drawing/2014/main" id="{6A3BCE28-2177-45D0-BF15-E16BDF7572D0}"/>
              </a:ext>
            </a:extLst>
          </p:cNvPr>
          <p:cNvSpPr>
            <a:spLocks xmlns:a="http://schemas.openxmlformats.org/drawingml/2006/main" noGrp="1"/>
          </p:cNvSpPr>
          <p:nvPr>
            <p:ph type="ftr" idx="0"/>
          </p:nvPr>
        </p:nvSpPr>
        <p:spPr>
          <a:xfrm xmlns:a="http://schemas.openxmlformats.org/drawingml/2006/main">
            <a:off x="3901440" y="6446520"/>
            <a:ext cx="43891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4AE5E24-8BD0-4E75-BE07-3B8DC33DA65E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0850880" y="6446520"/>
            <a:ext cx="7315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type="title" preserve="1">
  <p:cSld name="Deck 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Title">
            <a:extLst xmlns:a="http://schemas.openxmlformats.org/drawingml/2006/main">
              <a:ext uri="{FF2B5EF4-FFF2-40B4-BE49-F238E27FC236}">
                <a16:creationId xmlns:a16="http://schemas.microsoft.com/office/drawing/2014/main" id="{7B2DADAC-D2E5-4565-9AF1-8A9730189AA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41120" y="1234440"/>
            <a:ext cx="512064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Subtitle">
            <a:extLst xmlns:a="http://schemas.openxmlformats.org/drawingml/2006/main">
              <a:ext uri="{FF2B5EF4-FFF2-40B4-BE49-F238E27FC236}">
                <a16:creationId xmlns:a16="http://schemas.microsoft.com/office/drawing/2014/main" id="{C0D34FE7-DD45-4A42-B8C1-0620599123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41120" y="418338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2" name="Content Field">
            <a:extLst xmlns:a="http://schemas.openxmlformats.org/drawingml/2006/main">
              <a:ext uri="{FF2B5EF4-FFF2-40B4-BE49-F238E27FC236}">
                <a16:creationId xmlns:a16="http://schemas.microsoft.com/office/drawing/2014/main" id="{7E616228-CF35-4D53-AD75-6B0A42AC8A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7520" y="1097280"/>
            <a:ext cx="463296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obj" preserve="1">
  <p:cSld name="Deck Conten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Title">
            <a:extLst xmlns:a="http://schemas.openxmlformats.org/drawingml/2006/main">
              <a:ext uri="{FF2B5EF4-FFF2-40B4-BE49-F238E27FC236}">
                <a16:creationId xmlns:a16="http://schemas.microsoft.com/office/drawing/2014/main" id="{D7E691CD-27F1-4D5F-B683-F6A8DF590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480060"/>
            <a:ext cx="999744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Subtitle">
            <a:extLst xmlns:a="http://schemas.openxmlformats.org/drawingml/2006/main">
              <a:ext uri="{FF2B5EF4-FFF2-40B4-BE49-F238E27FC236}">
                <a16:creationId xmlns:a16="http://schemas.microsoft.com/office/drawing/2014/main" id="{3557535C-749E-4515-A599-34A41DEF5A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97280" y="1234440"/>
            <a:ext cx="999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2" name="Content Field">
            <a:extLst xmlns:a="http://schemas.openxmlformats.org/drawingml/2006/main">
              <a:ext uri="{FF2B5EF4-FFF2-40B4-BE49-F238E27FC236}">
                <a16:creationId xmlns:a16="http://schemas.microsoft.com/office/drawing/2014/main" id="{2B0A1C2A-6FC4-4489-8696-F7D5DC11BF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97280" y="2057400"/>
            <a:ext cx="9997440" cy="356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3" name="Footer">
            <a:extLst xmlns:a="http://schemas.openxmlformats.org/drawingml/2006/main">
              <a:ext uri="{FF2B5EF4-FFF2-40B4-BE49-F238E27FC236}">
                <a16:creationId xmlns:a16="http://schemas.microsoft.com/office/drawing/2014/main" id="{089F39D4-7403-469B-946F-8F94E8EDED69}"/>
              </a:ext>
            </a:extLst>
          </p:cNvPr>
          <p:cNvSpPr>
            <a:spLocks xmlns:a="http://schemas.openxmlformats.org/drawingml/2006/main" noGrp="1"/>
          </p:cNvSpPr>
          <p:nvPr>
            <p:ph type="ftr" idx="0"/>
          </p:nvPr>
        </p:nvSpPr>
        <p:spPr>
          <a:xfrm xmlns:a="http://schemas.openxmlformats.org/drawingml/2006/main">
            <a:off x="853440" y="6240780"/>
            <a:ext cx="926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企业知识库产品优势</a:t>
            </a:r>
            <a:endParaRPr/>
          </a:p>
        </p:txBody>
      </p:sp>
      <p:sp>
        <p:nvSpPr>
          <p:cNvPr id="500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C1E45A3-2D66-4F94-96A1-AA81B4632725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0607040" y="624078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A7CE2D-90A7-4DB4-93B7-9A6C6F055001}" type="slidenum">
              <a:t>1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secHead" preserve="1">
  <p:cSld name="Deck 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Title">
            <a:extLst xmlns:a="http://schemas.openxmlformats.org/drawingml/2006/main">
              <a:ext uri="{FF2B5EF4-FFF2-40B4-BE49-F238E27FC236}">
                <a16:creationId xmlns:a16="http://schemas.microsoft.com/office/drawing/2014/main" id="{800733E7-EA13-4235-8A6C-52CB80D07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1920240"/>
            <a:ext cx="755904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Subtitle">
            <a:extLst xmlns:a="http://schemas.openxmlformats.org/drawingml/2006/main">
              <a:ext uri="{FF2B5EF4-FFF2-40B4-BE49-F238E27FC236}">
                <a16:creationId xmlns:a16="http://schemas.microsoft.com/office/drawing/2014/main" id="{643EEC7D-F438-4D3E-8CD0-230AB32F39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40480"/>
            <a:ext cx="68275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2" name="Content Field">
            <a:extLst xmlns:a="http://schemas.openxmlformats.org/drawingml/2006/main">
              <a:ext uri="{FF2B5EF4-FFF2-40B4-BE49-F238E27FC236}">
                <a16:creationId xmlns:a16="http://schemas.microsoft.com/office/drawing/2014/main" id="{3BD2EEEC-F282-4901-BB66-31027B2DC8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44000" y="1645920"/>
            <a:ext cx="2194560" cy="301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3" name="Footer">
            <a:extLst xmlns:a="http://schemas.openxmlformats.org/drawingml/2006/main">
              <a:ext uri="{FF2B5EF4-FFF2-40B4-BE49-F238E27FC236}">
                <a16:creationId xmlns:a16="http://schemas.microsoft.com/office/drawing/2014/main" id="{E8A6585C-86BA-4B6A-AF1E-817FF3B8D6E4}"/>
              </a:ext>
            </a:extLst>
          </p:cNvPr>
          <p:cNvSpPr>
            <a:spLocks xmlns:a="http://schemas.openxmlformats.org/drawingml/2006/main" noGrp="1"/>
          </p:cNvSpPr>
          <p:nvPr>
            <p:ph type="ftr" idx="0"/>
          </p:nvPr>
        </p:nvSpPr>
        <p:spPr>
          <a:xfrm xmlns:a="http://schemas.openxmlformats.org/drawingml/2006/main">
            <a:off x="853440" y="6240780"/>
            <a:ext cx="926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企业知识库产品优势</a:t>
            </a:r>
            <a:endParaRPr/>
          </a:p>
        </p:txBody>
      </p:sp>
      <p:sp>
        <p:nvSpPr>
          <p:cNvPr id="500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DC29D8E-A494-4453-8675-0D91EFB6EFE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0607040" y="624078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A7CE2D-90A7-4DB4-93B7-9A6C6F055001}" type="slidenum">
              <a:t>1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" preserve="1">
  <p:cSld name="Deck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Title">
            <a:extLst xmlns:a="http://schemas.openxmlformats.org/drawingml/2006/main">
              <a:ext uri="{FF2B5EF4-FFF2-40B4-BE49-F238E27FC236}">
                <a16:creationId xmlns:a16="http://schemas.microsoft.com/office/drawing/2014/main" id="{21E19340-4ABD-4887-952D-E47D72970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445770"/>
            <a:ext cx="999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Subtitle">
            <a:extLst xmlns:a="http://schemas.openxmlformats.org/drawingml/2006/main">
              <a:ext uri="{FF2B5EF4-FFF2-40B4-BE49-F238E27FC236}">
                <a16:creationId xmlns:a16="http://schemas.microsoft.com/office/drawing/2014/main" id="{83E5AD71-2856-42DA-8578-090E833DBD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97280" y="1165860"/>
            <a:ext cx="999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2" name="Content Field">
            <a:extLst xmlns:a="http://schemas.openxmlformats.org/drawingml/2006/main">
              <a:ext uri="{FF2B5EF4-FFF2-40B4-BE49-F238E27FC236}">
                <a16:creationId xmlns:a16="http://schemas.microsoft.com/office/drawing/2014/main" id="{4ECC268C-F5AA-40D1-815B-1C7BE53579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97280" y="1783080"/>
            <a:ext cx="9997440" cy="418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3" name="Footer">
            <a:extLst xmlns:a="http://schemas.openxmlformats.org/drawingml/2006/main">
              <a:ext uri="{FF2B5EF4-FFF2-40B4-BE49-F238E27FC236}">
                <a16:creationId xmlns:a16="http://schemas.microsoft.com/office/drawing/2014/main" id="{814225B4-F19D-457A-BD80-FA30E7ABBCB0}"/>
              </a:ext>
            </a:extLst>
          </p:cNvPr>
          <p:cNvSpPr>
            <a:spLocks xmlns:a="http://schemas.openxmlformats.org/drawingml/2006/main" noGrp="1"/>
          </p:cNvSpPr>
          <p:nvPr>
            <p:ph type="ftr" idx="0"/>
          </p:nvPr>
        </p:nvSpPr>
        <p:spPr>
          <a:xfrm xmlns:a="http://schemas.openxmlformats.org/drawingml/2006/main">
            <a:off x="853440" y="6240780"/>
            <a:ext cx="926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企业知识库产品优势</a:t>
            </a:r>
            <a:endParaRPr/>
          </a:p>
        </p:txBody>
      </p:sp>
      <p:sp>
        <p:nvSpPr>
          <p:cNvPr id="5000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AE02E24-24D5-4056-8272-3C4DD278EF4D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0607040" y="6240780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5A7CE2D-90A7-4DB4-93B7-9A6C6F055001}" type="slidenum">
              <a:t>1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type="obj" preserve="1">
  <p:cSld name="Deck End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00" name="Title">
            <a:extLst xmlns:a="http://schemas.openxmlformats.org/drawingml/2006/main">
              <a:ext uri="{FF2B5EF4-FFF2-40B4-BE49-F238E27FC236}">
                <a16:creationId xmlns:a16="http://schemas.microsoft.com/office/drawing/2014/main" id="{DCBC8E8D-48DD-4F82-BC70-2FC53DF1FD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84960" y="891540"/>
            <a:ext cx="9022080" cy="1577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1" name="Subtitle">
            <a:extLst xmlns:a="http://schemas.openxmlformats.org/drawingml/2006/main">
              <a:ext uri="{FF2B5EF4-FFF2-40B4-BE49-F238E27FC236}">
                <a16:creationId xmlns:a16="http://schemas.microsoft.com/office/drawing/2014/main" id="{A064A55E-C460-4CB8-A0A8-301111DC16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72640" y="2606040"/>
            <a:ext cx="804672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002" name="Content Field">
            <a:extLst xmlns:a="http://schemas.openxmlformats.org/drawingml/2006/main">
              <a:ext uri="{FF2B5EF4-FFF2-40B4-BE49-F238E27FC236}">
                <a16:creationId xmlns:a16="http://schemas.microsoft.com/office/drawing/2014/main" id="{4959BDEB-6187-4C0D-BF8E-56EE1FE252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828800" y="3291840"/>
            <a:ext cx="8534400" cy="2537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36f45fedba4e93" /><Relationship Type="http://schemas.openxmlformats.org/officeDocument/2006/relationships/slideLayout" Target="/ppt/slideLayouts/slideLayout1.xml" Id="R37c21be630bb4bad" /><Relationship Type="http://schemas.openxmlformats.org/officeDocument/2006/relationships/slideLayout" Target="/ppt/slideLayouts/slideLayout2.xml" Id="Rc7c9bb2b11e1450e" /><Relationship Type="http://schemas.openxmlformats.org/officeDocument/2006/relationships/slideLayout" Target="/ppt/slideLayouts/slideLayout3.xml" Id="R8f924649106d4afe" /><Relationship Type="http://schemas.openxmlformats.org/officeDocument/2006/relationships/slideLayout" Target="/ppt/slideLayouts/slideLayout4.xml" Id="R4b1876afffd6408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a9b1eca243441d3" /><Relationship Type="http://schemas.openxmlformats.org/officeDocument/2006/relationships/slideLayout" Target="/ppt/slideLayouts/slideLayout5.xml" Id="R65d6933397e14299" /><Relationship Type="http://schemas.openxmlformats.org/officeDocument/2006/relationships/slideLayout" Target="/ppt/slideLayouts/slideLayout6.xml" Id="R45844ded44fe473a" /><Relationship Type="http://schemas.openxmlformats.org/officeDocument/2006/relationships/slideLayout" Target="/ppt/slideLayouts/slideLayout7.xml" Id="Ra1f5170f46874b48" /><Relationship Type="http://schemas.openxmlformats.org/officeDocument/2006/relationships/slideLayout" Target="/ppt/slideLayouts/slideLayout8.xml" Id="R243aa1b20ff54a2b" /><Relationship Type="http://schemas.openxmlformats.org/officeDocument/2006/relationships/slideLayout" Target="/ppt/slideLayouts/slideLayout9.xml" Id="Re51e8b231d184bee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21be630bb4bad"/>
    <p:sldLayoutId xmlns:r="http://schemas.openxmlformats.org/officeDocument/2006/relationships" id="2147483650" r:id="Rc7c9bb2b11e1450e"/>
    <p:sldLayoutId xmlns:r="http://schemas.openxmlformats.org/officeDocument/2006/relationships" id="2147483651" r:id="R8f924649106d4afe"/>
    <p:sldLayoutId xmlns:r="http://schemas.openxmlformats.org/officeDocument/2006/relationships" id="2147483652" r:id="R4b1876afffd6408e"/>
  </p:sldLayoutIdLst>
  <p:hf sldNum="0" hdr="0" ftr="0" dt="0"/>
</p:sldMaster>
</file>

<file path=ppt/slideMasters/slideMaster2.xml><?xml version="1.0" encoding="utf-8"?>
<p:sldMaster xmlns:p="http://schemas.openxmlformats.org/presentationml/2006/main">
  <p:cSld name="Generation Deck System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65d6933397e14299"/>
    <p:sldLayoutId xmlns:r="http://schemas.openxmlformats.org/officeDocument/2006/relationships" id="2147483655" r:id="R45844ded44fe473a"/>
    <p:sldLayoutId xmlns:r="http://schemas.openxmlformats.org/officeDocument/2006/relationships" id="2147483656" r:id="Ra1f5170f46874b48"/>
    <p:sldLayoutId xmlns:r="http://schemas.openxmlformats.org/officeDocument/2006/relationships" id="2147483657" r:id="R243aa1b20ff54a2b"/>
    <p:sldLayoutId xmlns:r="http://schemas.openxmlformats.org/officeDocument/2006/relationships" id="2147483658" r:id="Re51e8b231d184bee"/>
  </p:sldLayoutIdLst>
  <p:hf sldNum="1" hdr="0" ftr="1" dt="0"/>
</p:sldMaster>
</file>

<file path=ppt/slideMasters/theme/theme2.xml><?xml version="1.0" encoding="utf-8"?>
<a:theme xmlns:a="http://schemas.openxmlformats.org/drawingml/2006/main" name="Codex PPT Theme">
  <a:themeElements>
    <a:clrScheme name="Codex PPT">
      <a:dk1>
        <a:srgbClr val="404040"/>
      </a:dk1>
      <a:lt1>
        <a:srgbClr val="FFFFFF"/>
      </a:lt1>
      <a:dk2>
        <a:srgbClr val="404040"/>
      </a:dk2>
      <a:lt2>
        <a:srgbClr val="000000"/>
      </a:lt2>
      <a:accent1>
        <a:srgbClr val="435BE1"/>
      </a:accent1>
      <a:accent2>
        <a:srgbClr val="000000"/>
      </a:accent2>
      <a:accent3>
        <a:srgbClr val="435BE1"/>
      </a:accent3>
      <a:accent4>
        <a:srgbClr val="000000"/>
      </a:accent4>
      <a:accent5>
        <a:srgbClr val="435BE1"/>
      </a:accent5>
      <a:accent6>
        <a:srgbClr val="000000"/>
      </a:accent6>
      <a:hlink>
        <a:srgbClr val="2563EB"/>
      </a:hlink>
      <a:folHlink>
        <a:srgbClr val="7C3AED"/>
      </a:folHlink>
    </a:clrScheme>
    <a:fontScheme name="Codex PPT">
      <a:majorFont>
        <a:latin typeface="Aptos"/>
        <a:ea typeface="PingFang SC"/>
        <a:cs typeface="Aptos"/>
      </a:majorFont>
      <a:minorFont>
        <a:latin typeface="Aptos"/>
        <a:ea typeface="PingFang SC"/>
        <a:cs typeface="Aptos"/>
      </a:minorFont>
    </a:fontScheme>
    <a:fmtScheme name="Codex 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3.xml><?xml version="1.0" encoding="utf-8"?>
<a:theme xmlns:a="http://schemas.openxmlformats.org/drawingml/2006/main" name="Codex PPT Theme">
  <a:themeElements>
    <a:clrScheme name="Codex PPT">
      <a:dk1>
        <a:srgbClr val="404040"/>
      </a:dk1>
      <a:lt1>
        <a:srgbClr val="FFFFFF"/>
      </a:lt1>
      <a:dk2>
        <a:srgbClr val="404040"/>
      </a:dk2>
      <a:lt2>
        <a:srgbClr val="000000"/>
      </a:lt2>
      <a:accent1>
        <a:srgbClr val="435BE1"/>
      </a:accent1>
      <a:accent2>
        <a:srgbClr val="000000"/>
      </a:accent2>
      <a:accent3>
        <a:srgbClr val="435BE1"/>
      </a:accent3>
      <a:accent4>
        <a:srgbClr val="000000"/>
      </a:accent4>
      <a:accent5>
        <a:srgbClr val="435BE1"/>
      </a:accent5>
      <a:accent6>
        <a:srgbClr val="000000"/>
      </a:accent6>
      <a:hlink>
        <a:srgbClr val="2563EB"/>
      </a:hlink>
      <a:folHlink>
        <a:srgbClr val="7C3AED"/>
      </a:folHlink>
    </a:clrScheme>
    <a:fontScheme name="Codex PPT">
      <a:majorFont>
        <a:latin typeface="Aptos"/>
        <a:ea typeface="PingFang SC"/>
        <a:cs typeface="Aptos"/>
      </a:majorFont>
      <a:minorFont>
        <a:latin typeface="Aptos"/>
        <a:ea typeface="PingFang SC"/>
        <a:cs typeface="Aptos"/>
      </a:minorFont>
    </a:fontScheme>
    <a:fmtScheme name="Codex 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3fe52d370334fd2" /><Relationship Type="http://schemas.openxmlformats.org/officeDocument/2006/relationships/notesSlide" Target="/ppt/notesSlides/notesSlide1.xml" Id="R94c6f87fcfa24b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2">
            <a:extLst xmlns:a="http://schemas.openxmlformats.org/drawingml/2006/main">
              <a:ext uri="{FF2B5EF4-FFF2-40B4-BE49-F238E27FC236}">
                <a16:creationId xmlns:a16="http://schemas.microsoft.com/office/drawing/2014/main" id="{E67DA742-1607-4CAC-9C9D-A3DED17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2C37F49-F9CF-48E9-B51A-88B4FBDC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企业知识库产品优势</a:t>
            </a:r>
          </a:p>
        </p:txBody>
      </p:sp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F3A42604-F668-481F-916B-4CC01BD7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3848100" cy="384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8FF"/>
          </a:solidFill>
          <a:ln xmlns:a="http://schemas.openxmlformats.org/drawingml/2006/main">
            <a:noFill/>
          </a:ln>
        </p:spPr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82810930-03DF-4571-A017-0CFB9F4E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57425"/>
            <a:ext cx="3219450" cy="3219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25400">
            <a:solidFill>
              <a:srgbClr val="D9E5FE"/>
            </a:solidFill>
            <a:prstDash val="solid"/>
          </a:ln>
        </p:spPr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66AF0702-1737-4088-BCE0-2D35F1CF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9850"/>
            <a:ext cx="2514600" cy="2514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EFF"/>
          </a:solidFill>
          <a:ln xmlns:a="http://schemas.openxmlformats.org/drawingml/2006/main">
            <a:noFill/>
          </a:ln>
        </p:spPr>
      </p:sp>
      <p:sp>
        <p:nvSpPr>
          <p:cNvPr id="7" name="Shape 7">
            <a:extLst xmlns:a="http://schemas.openxmlformats.org/drawingml/2006/main">
              <a:ext uri="{FF2B5EF4-FFF2-40B4-BE49-F238E27FC236}">
                <a16:creationId xmlns:a16="http://schemas.microsoft.com/office/drawing/2014/main" id="{25DF94F4-6494-4639-BBBE-26A29A9D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752725"/>
            <a:ext cx="2228850" cy="2228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8" name="Shape 8">
            <a:extLst xmlns:a="http://schemas.openxmlformats.org/drawingml/2006/main">
              <a:ext uri="{FF2B5EF4-FFF2-40B4-BE49-F238E27FC236}">
                <a16:creationId xmlns:a16="http://schemas.microsoft.com/office/drawing/2014/main" id="{4E9E0E0F-D17A-4C5A-9501-57A8EA3A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190875"/>
            <a:ext cx="333375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9" name="Shape 9">
            <a:extLst xmlns:a="http://schemas.openxmlformats.org/drawingml/2006/main">
              <a:ext uri="{FF2B5EF4-FFF2-40B4-BE49-F238E27FC236}">
                <a16:creationId xmlns:a16="http://schemas.microsoft.com/office/drawing/2014/main" id="{8432BA6A-C0AC-443B-8A8D-5E99F1D3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90875"/>
            <a:ext cx="333375" cy="419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71E1CD-3F9D-48EC-B5D2-E9BACFC7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86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企业知识库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BDB935-391E-4D27-9F06-5168C1D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719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rgbClr val="FFFFFF"/>
                </a:solidFill>
                <a:latin typeface="Aptos"/>
                <a:ea typeface="Aptos"/>
                <a:cs typeface="Aptos"/>
              </a:rPr>
              <a:t>产品优势</a:t>
            </a:r>
          </a:p>
        </p:txBody>
      </p:sp>
      <p:sp>
        <p:nvSpPr>
          <p:cNvPr id="12" name="Shape 12">
            <a:extLst xmlns:a="http://schemas.openxmlformats.org/drawingml/2006/main">
              <a:ext uri="{FF2B5EF4-FFF2-40B4-BE49-F238E27FC236}">
                <a16:creationId xmlns:a16="http://schemas.microsoft.com/office/drawing/2014/main" id="{405C6DF1-B637-4AFC-8A7A-349B1C1A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13" name="Shape 13">
            <a:extLst xmlns:a="http://schemas.openxmlformats.org/drawingml/2006/main">
              <a:ext uri="{FF2B5EF4-FFF2-40B4-BE49-F238E27FC236}">
                <a16:creationId xmlns:a16="http://schemas.microsoft.com/office/drawing/2014/main" id="{B15AC745-01A7-42D0-A1D4-D5066093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90675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E010AD2-CAE8-4580-A325-BDB9193A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49542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多源接入，打通知识孤岛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E69EDF9-ACA2-4437-998B-EEC86CA8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66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接入 SMB / S3 / FTP 等文件源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35F9985-94FD-4A2F-85B3-D10FC86B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240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跨目录汇聚资料，集中管理</a:t>
            </a:r>
          </a:p>
        </p:txBody>
      </p:sp>
      <p:sp>
        <p:nvSpPr>
          <p:cNvPr id="17" name="Shape 17">
            <a:extLst xmlns:a="http://schemas.openxmlformats.org/drawingml/2006/main">
              <a:ext uri="{FF2B5EF4-FFF2-40B4-BE49-F238E27FC236}">
                <a16:creationId xmlns:a16="http://schemas.microsoft.com/office/drawing/2014/main" id="{57C4F524-96E8-4AD5-9E4A-D5D1F304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9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18" name="Shape 18">
            <a:extLst xmlns:a="http://schemas.openxmlformats.org/drawingml/2006/main">
              <a:ext uri="{FF2B5EF4-FFF2-40B4-BE49-F238E27FC236}">
                <a16:creationId xmlns:a16="http://schemas.microsoft.com/office/drawing/2014/main" id="{B5E8BE8B-5E9F-442A-9A63-77E2C67B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52700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B38AE11-D899-473D-8061-F602625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574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增量同步，持续保持更新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6DE2D8E-99D1-4C84-9DF1-1361A2C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289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自动识别文件变化与新版本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907D9B9-3E8C-4429-AF8A-DE454CD1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861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减少重复搬运，保持知识新鲜度</a:t>
            </a:r>
          </a:p>
        </p:txBody>
      </p:sp>
      <p:sp>
        <p:nvSpPr>
          <p:cNvPr id="22" name="Shape 22">
            <a:extLst xmlns:a="http://schemas.openxmlformats.org/drawingml/2006/main">
              <a:ext uri="{FF2B5EF4-FFF2-40B4-BE49-F238E27FC236}">
                <a16:creationId xmlns:a16="http://schemas.microsoft.com/office/drawing/2014/main" id="{8FE220E5-3EF1-4E66-96BB-A0D7F818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57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23" name="Shape 23">
            <a:extLst xmlns:a="http://schemas.openxmlformats.org/drawingml/2006/main">
              <a:ext uri="{FF2B5EF4-FFF2-40B4-BE49-F238E27FC236}">
                <a16:creationId xmlns:a16="http://schemas.microsoft.com/office/drawing/2014/main" id="{B0BB1290-B4E7-4D69-9052-BA55EEB7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14725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4703A41-277C-4498-BAEB-724A5B23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1947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智能解析，盘活存量文档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D6B3AF4-B134-4B99-A9BF-B019C8FC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90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多格式解析与结构感知分块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3116AB2-7A14-4C53-B901-F1433F54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48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支持 Excel 按行、按范围精读</a:t>
            </a:r>
          </a:p>
        </p:txBody>
      </p:sp>
      <p:sp>
        <p:nvSpPr>
          <p:cNvPr id="27" name="Shape 27">
            <a:extLst xmlns:a="http://schemas.openxmlformats.org/drawingml/2006/main">
              <a:ext uri="{FF2B5EF4-FFF2-40B4-BE49-F238E27FC236}">
                <a16:creationId xmlns:a16="http://schemas.microsoft.com/office/drawing/2014/main" id="{EA4D88EB-74C0-468F-B73D-9EC45E2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19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28" name="Shape 28">
            <a:extLst xmlns:a="http://schemas.openxmlformats.org/drawingml/2006/main">
              <a:ext uri="{FF2B5EF4-FFF2-40B4-BE49-F238E27FC236}">
                <a16:creationId xmlns:a16="http://schemas.microsoft.com/office/drawing/2014/main" id="{884E3329-8E28-4485-B8F3-C037E725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76750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F7BDBB28-FBA7-4A05-B782-A72B60E0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8150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混合检索，更快找到答案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7150591-1658-4AA3-8FCA-76B8D043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529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关键词与向量融合召回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028085E-F5F1-451E-8757-48921D2C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10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可选重排，兼顾语义与精确匹配</a:t>
            </a:r>
          </a:p>
        </p:txBody>
      </p:sp>
      <p:sp>
        <p:nvSpPr>
          <p:cNvPr id="32" name="Shape 32">
            <a:extLst xmlns:a="http://schemas.openxmlformats.org/drawingml/2006/main">
              <a:ext uri="{FF2B5EF4-FFF2-40B4-BE49-F238E27FC236}">
                <a16:creationId xmlns:a16="http://schemas.microsoft.com/office/drawing/2014/main" id="{1CC86321-773A-4A89-AE5A-E9405AB1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381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33" name="Shape 33">
            <a:extLst xmlns:a="http://schemas.openxmlformats.org/drawingml/2006/main">
              <a:ext uri="{FF2B5EF4-FFF2-40B4-BE49-F238E27FC236}">
                <a16:creationId xmlns:a16="http://schemas.microsoft.com/office/drawing/2014/main" id="{37FDB536-E081-4194-AE8F-FA4E7580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38775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73770819-78DD-4470-9DFD-ECCDBBF3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4352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原文溯源，让回答有据可查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2A4C68C9-B64B-41FC-A184-0B568D1D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150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定位原文片段，回传答案引用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337C79-F50F-4A4B-86A4-190106C4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9721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便于核验依据，减少信息误读</a:t>
            </a:r>
          </a:p>
        </p:txBody>
      </p:sp>
      <p:sp>
        <p:nvSpPr>
          <p:cNvPr id="37" name="Shape 37">
            <a:extLst xmlns:a="http://schemas.openxmlformats.org/drawingml/2006/main">
              <a:ext uri="{FF2B5EF4-FFF2-40B4-BE49-F238E27FC236}">
                <a16:creationId xmlns:a16="http://schemas.microsoft.com/office/drawing/2014/main" id="{1F255526-45B3-4B49-9D5F-954C0133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38" name="Shape 38">
            <a:extLst xmlns:a="http://schemas.openxmlformats.org/drawingml/2006/main">
              <a:ext uri="{FF2B5EF4-FFF2-40B4-BE49-F238E27FC236}">
                <a16:creationId xmlns:a16="http://schemas.microsoft.com/office/drawing/2014/main" id="{15851289-09CD-4FB2-9F9A-720B785D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90675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C822A455-0288-41B4-B085-E1723A6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49542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精细授权，守住数据边界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4B118C8A-0787-4374-A1EC-06D922F3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66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按用户、部门、项目分级授权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CBF5C0F-1312-460A-AAEB-FC49ADAC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240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Web 与 MCP 统一校验权限</a:t>
            </a:r>
          </a:p>
        </p:txBody>
      </p:sp>
      <p:sp>
        <p:nvSpPr>
          <p:cNvPr id="42" name="Shape 42">
            <a:extLst xmlns:a="http://schemas.openxmlformats.org/drawingml/2006/main">
              <a:ext uri="{FF2B5EF4-FFF2-40B4-BE49-F238E27FC236}">
                <a16:creationId xmlns:a16="http://schemas.microsoft.com/office/drawing/2014/main" id="{BC0BF2B9-9E71-428D-A2AF-A10F0A15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9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43" name="Shape 43">
            <a:extLst xmlns:a="http://schemas.openxmlformats.org/drawingml/2006/main">
              <a:ext uri="{FF2B5EF4-FFF2-40B4-BE49-F238E27FC236}">
                <a16:creationId xmlns:a16="http://schemas.microsoft.com/office/drawing/2014/main" id="{26D44731-8594-44BE-92C9-07EA9095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52700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E94F887A-AEAF-4F9C-B034-207E2651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5745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分层空间，承接组织知识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C8D82D8D-9206-450F-85F4-1F9D2C89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289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覆盖个人、部门与企业知识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925329DA-B8F5-4A6A-9929-DD4A3BAC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861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按职责沉淀内容，促进分层复用</a:t>
            </a:r>
          </a:p>
        </p:txBody>
      </p:sp>
      <p:sp>
        <p:nvSpPr>
          <p:cNvPr id="47" name="Shape 47">
            <a:extLst xmlns:a="http://schemas.openxmlformats.org/drawingml/2006/main">
              <a:ext uri="{FF2B5EF4-FFF2-40B4-BE49-F238E27FC236}">
                <a16:creationId xmlns:a16="http://schemas.microsoft.com/office/drawing/2014/main" id="{12FA88BF-C41D-4905-AE89-486A52A5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57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48" name="Shape 48">
            <a:extLst xmlns:a="http://schemas.openxmlformats.org/drawingml/2006/main">
              <a:ext uri="{FF2B5EF4-FFF2-40B4-BE49-F238E27FC236}">
                <a16:creationId xmlns:a16="http://schemas.microsoft.com/office/drawing/2014/main" id="{FDE72542-8FDB-4550-B0C1-D5050578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14725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8765F21D-1377-4E5D-B942-9DE6B0BF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1947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在线协同，沉淀团队经验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C2F4A41F-7673-4A5A-B6A5-96DC376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909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在线文档与多人实时协同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CD4DA31D-0130-42D9-9819-AD5FD486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48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共同维护知识，减少重复整理</a:t>
            </a:r>
          </a:p>
        </p:txBody>
      </p:sp>
      <p:sp>
        <p:nvSpPr>
          <p:cNvPr id="52" name="Shape 52">
            <a:extLst xmlns:a="http://schemas.openxmlformats.org/drawingml/2006/main">
              <a:ext uri="{FF2B5EF4-FFF2-40B4-BE49-F238E27FC236}">
                <a16:creationId xmlns:a16="http://schemas.microsoft.com/office/drawing/2014/main" id="{A3153366-18DA-459B-B7E3-E24B892F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19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53" name="Shape 53">
            <a:extLst xmlns:a="http://schemas.openxmlformats.org/drawingml/2006/main">
              <a:ext uri="{FF2B5EF4-FFF2-40B4-BE49-F238E27FC236}">
                <a16:creationId xmlns:a16="http://schemas.microsoft.com/office/drawing/2014/main" id="{58A0CCAB-30D3-41AA-814C-4037BDC5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76750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B7517C07-3FD3-4CEB-B0FA-2707BE77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381500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开放集成，赋能智能应用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95D15D23-B695-4C6F-BC8A-46ACD82B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529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通过标准 MCP 对接智能体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BC87DCF6-3989-4B20-92C0-747492D3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010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检索、读取、引用融入业务流程</a:t>
            </a:r>
          </a:p>
        </p:txBody>
      </p:sp>
      <p:sp>
        <p:nvSpPr>
          <p:cNvPr id="57" name="Shape 57">
            <a:extLst xmlns:a="http://schemas.openxmlformats.org/drawingml/2006/main">
              <a:ext uri="{FF2B5EF4-FFF2-40B4-BE49-F238E27FC236}">
                <a16:creationId xmlns:a16="http://schemas.microsoft.com/office/drawing/2014/main" id="{CC4A61CB-2A5F-475D-B70B-C8B38D14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81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BE1"/>
          </a:solidFill>
          <a:ln xmlns:a="http://schemas.openxmlformats.org/drawingml/2006/main">
            <a:noFill/>
          </a:ln>
        </p:spPr>
      </p:sp>
      <p:sp>
        <p:nvSpPr>
          <p:cNvPr id="58" name="Shape 58">
            <a:extLst xmlns:a="http://schemas.openxmlformats.org/drawingml/2006/main">
              <a:ext uri="{FF2B5EF4-FFF2-40B4-BE49-F238E27FC236}">
                <a16:creationId xmlns:a16="http://schemas.microsoft.com/office/drawing/2014/main" id="{909755A9-43F1-4301-B1C2-AE226041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438775"/>
            <a:ext cx="114300" cy="15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7780">
            <a:solidFill>
              <a:srgbClr val="FFFFFF"/>
            </a:solidFill>
            <a:prstDash val="solid"/>
          </a:ln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8F408DE6-5781-45E4-9EBF-D7BD2C86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343525"/>
            <a:ext cx="316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800" b="1">
                <a:solidFill>
                  <a:srgbClr val="435BE1"/>
                </a:solidFill>
                <a:latin typeface="Aptos"/>
                <a:ea typeface="Aptos"/>
                <a:cs typeface="Aptos"/>
              </a:rPr>
              <a:t>全程可控，降低维护成本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859E23BF-F3FC-475A-86A1-6C684E34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150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统一查看采集、解析、索引状态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1730F6B9-1E80-42CD-BBC9-7B42F1F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9721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rgbClr val="404040"/>
                </a:solidFill>
                <a:latin typeface="Aptos"/>
                <a:ea typeface="Aptos"/>
                <a:cs typeface="Aptos"/>
              </a:rPr>
              <a:t>批次进度可见，异常可定位重试</a:t>
            </a:r>
          </a:p>
        </p:txBody>
      </p:sp>
      <p:sp>
        <p:nvSpPr>
          <p:cNvPr id="12000" name="Connector 12000">
            <a:extLst xmlns:a="http://schemas.openxmlformats.org/drawingml/2006/main">
              <a:ext uri="{FF2B5EF4-FFF2-40B4-BE49-F238E27FC236}">
                <a16:creationId xmlns:a16="http://schemas.microsoft.com/office/drawing/2014/main" id="{FEDC6A1F-B18B-4757-81E9-3B3572CA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2001" name="Connector 12001">
            <a:extLst xmlns:a="http://schemas.openxmlformats.org/drawingml/2006/main">
              <a:ext uri="{FF2B5EF4-FFF2-40B4-BE49-F238E27FC236}">
                <a16:creationId xmlns:a16="http://schemas.microsoft.com/office/drawing/2014/main" id="{C5B7C6D2-34FA-4D1A-8EEE-577AACA4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95650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2002" name="Connector 12002">
            <a:extLst xmlns:a="http://schemas.openxmlformats.org/drawingml/2006/main">
              <a:ext uri="{FF2B5EF4-FFF2-40B4-BE49-F238E27FC236}">
                <a16:creationId xmlns:a16="http://schemas.microsoft.com/office/drawing/2014/main" id="{095B46C6-5970-42F6-B7E6-EA26599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81375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2003" name="Connector 12003">
            <a:extLst xmlns:a="http://schemas.openxmlformats.org/drawingml/2006/main">
              <a:ext uri="{FF2B5EF4-FFF2-40B4-BE49-F238E27FC236}">
                <a16:creationId xmlns:a16="http://schemas.microsoft.com/office/drawing/2014/main" id="{0F9BE5ED-0CD8-45BC-93E8-FF4CFBEA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95650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2004" name="Connector 12004">
            <a:extLst xmlns:a="http://schemas.openxmlformats.org/drawingml/2006/main">
              <a:ext uri="{FF2B5EF4-FFF2-40B4-BE49-F238E27FC236}">
                <a16:creationId xmlns:a16="http://schemas.microsoft.com/office/drawing/2014/main" id="{058E45ED-4A2D-4A86-BADB-6B5CB5E2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81375"/>
            <a:ext cx="18097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2005" name="Connector 12005">
            <a:extLst xmlns:a="http://schemas.openxmlformats.org/drawingml/2006/main">
              <a:ext uri="{FF2B5EF4-FFF2-40B4-BE49-F238E27FC236}">
                <a16:creationId xmlns:a16="http://schemas.microsoft.com/office/drawing/2014/main" id="{E8CAA076-5E15-4EDB-8A21-1B5D0BE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06" name="Connector 12006">
            <a:extLst xmlns:a="http://schemas.openxmlformats.org/drawingml/2006/main">
              <a:ext uri="{FF2B5EF4-FFF2-40B4-BE49-F238E27FC236}">
                <a16:creationId xmlns:a16="http://schemas.microsoft.com/office/drawing/2014/main" id="{3A9256C9-6764-4FD2-9921-0D158D1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07" name="Connector 12007">
            <a:extLst xmlns:a="http://schemas.openxmlformats.org/drawingml/2006/main">
              <a:ext uri="{FF2B5EF4-FFF2-40B4-BE49-F238E27FC236}">
                <a16:creationId xmlns:a16="http://schemas.microsoft.com/office/drawing/2014/main" id="{C050F8F7-0759-4F59-BE1F-DF42C66E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08" name="Connector 12008">
            <a:extLst xmlns:a="http://schemas.openxmlformats.org/drawingml/2006/main">
              <a:ext uri="{FF2B5EF4-FFF2-40B4-BE49-F238E27FC236}">
                <a16:creationId xmlns:a16="http://schemas.microsoft.com/office/drawing/2014/main" id="{499071A8-7F8F-42B3-A1C8-232DA94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09" name="Connector 12009">
            <a:extLst xmlns:a="http://schemas.openxmlformats.org/drawingml/2006/main">
              <a:ext uri="{FF2B5EF4-FFF2-40B4-BE49-F238E27FC236}">
                <a16:creationId xmlns:a16="http://schemas.microsoft.com/office/drawing/2014/main" id="{958B4C24-9E81-4194-8099-5DE1E85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0" name="Connector 12010">
            <a:extLst xmlns:a="http://schemas.openxmlformats.org/drawingml/2006/main">
              <a:ext uri="{FF2B5EF4-FFF2-40B4-BE49-F238E27FC236}">
                <a16:creationId xmlns:a16="http://schemas.microsoft.com/office/drawing/2014/main" id="{255D93BD-3EAF-48E9-9626-6E8D4C50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1" name="Connector 12011">
            <a:extLst xmlns:a="http://schemas.openxmlformats.org/drawingml/2006/main">
              <a:ext uri="{FF2B5EF4-FFF2-40B4-BE49-F238E27FC236}">
                <a16:creationId xmlns:a16="http://schemas.microsoft.com/office/drawing/2014/main" id="{D2DDC34E-D086-4AF9-89B4-F74B77F5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2" name="Connector 12012">
            <a:extLst xmlns:a="http://schemas.openxmlformats.org/drawingml/2006/main">
              <a:ext uri="{FF2B5EF4-FFF2-40B4-BE49-F238E27FC236}">
                <a16:creationId xmlns:a16="http://schemas.microsoft.com/office/drawing/2014/main" id="{0537B3B3-7905-44D5-B538-DB85E649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3" name="Connector 12013">
            <a:extLst xmlns:a="http://schemas.openxmlformats.org/drawingml/2006/main">
              <a:ext uri="{FF2B5EF4-FFF2-40B4-BE49-F238E27FC236}">
                <a16:creationId xmlns:a16="http://schemas.microsoft.com/office/drawing/2014/main" id="{DE8220FE-0E17-43B7-B95A-CB98C62F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4" name="Connector 12014">
            <a:extLst xmlns:a="http://schemas.openxmlformats.org/drawingml/2006/main">
              <a:ext uri="{FF2B5EF4-FFF2-40B4-BE49-F238E27FC236}">
                <a16:creationId xmlns:a16="http://schemas.microsoft.com/office/drawing/2014/main" id="{C0B31B75-4CB4-4D72-8C33-4D432FEA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5" name="Connector 12015">
            <a:extLst xmlns:a="http://schemas.openxmlformats.org/drawingml/2006/main">
              <a:ext uri="{FF2B5EF4-FFF2-40B4-BE49-F238E27FC236}">
                <a16:creationId xmlns:a16="http://schemas.microsoft.com/office/drawing/2014/main" id="{14AF7A1A-02D9-4400-BE49-E3F4F5E3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3830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6" name="Connector 12016">
            <a:extLst xmlns:a="http://schemas.openxmlformats.org/drawingml/2006/main">
              <a:ext uri="{FF2B5EF4-FFF2-40B4-BE49-F238E27FC236}">
                <a16:creationId xmlns:a16="http://schemas.microsoft.com/office/drawing/2014/main" id="{72EE09A9-A018-4E6B-88D4-2EA5713E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8592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7" name="Connector 12017">
            <a:extLst xmlns:a="http://schemas.openxmlformats.org/drawingml/2006/main">
              <a:ext uri="{FF2B5EF4-FFF2-40B4-BE49-F238E27FC236}">
                <a16:creationId xmlns:a16="http://schemas.microsoft.com/office/drawing/2014/main" id="{B08950AC-C39C-466E-81D4-1942A8C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032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8" name="Connector 12018">
            <a:extLst xmlns:a="http://schemas.openxmlformats.org/drawingml/2006/main">
              <a:ext uri="{FF2B5EF4-FFF2-40B4-BE49-F238E27FC236}">
                <a16:creationId xmlns:a16="http://schemas.microsoft.com/office/drawing/2014/main" id="{C46BA72F-CF79-49DD-8774-B8744F0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19" name="Connector 12019">
            <a:extLst xmlns:a="http://schemas.openxmlformats.org/drawingml/2006/main">
              <a:ext uri="{FF2B5EF4-FFF2-40B4-BE49-F238E27FC236}">
                <a16:creationId xmlns:a16="http://schemas.microsoft.com/office/drawing/2014/main" id="{5C51A841-2ED5-40B9-AF0E-86C2F066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20" name="Connector 12020">
            <a:extLst xmlns:a="http://schemas.openxmlformats.org/drawingml/2006/main">
              <a:ext uri="{FF2B5EF4-FFF2-40B4-BE49-F238E27FC236}">
                <a16:creationId xmlns:a16="http://schemas.microsoft.com/office/drawing/2014/main" id="{E856FD6B-CF15-462C-B18B-13775AA5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997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21" name="Connector 12021">
            <a:extLst xmlns:a="http://schemas.openxmlformats.org/drawingml/2006/main">
              <a:ext uri="{FF2B5EF4-FFF2-40B4-BE49-F238E27FC236}">
                <a16:creationId xmlns:a16="http://schemas.microsoft.com/office/drawing/2014/main" id="{2C2EAA6F-F825-44A6-9C52-0DC92BEF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2437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22" name="Connector 12022">
            <a:extLst xmlns:a="http://schemas.openxmlformats.org/drawingml/2006/main">
              <a:ext uri="{FF2B5EF4-FFF2-40B4-BE49-F238E27FC236}">
                <a16:creationId xmlns:a16="http://schemas.microsoft.com/office/drawing/2014/main" id="{F796FD95-D441-4EE0-A94E-1A32248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23" name="Connector 12023">
            <a:extLst xmlns:a="http://schemas.openxmlformats.org/drawingml/2006/main">
              <a:ext uri="{FF2B5EF4-FFF2-40B4-BE49-F238E27FC236}">
                <a16:creationId xmlns:a16="http://schemas.microsoft.com/office/drawing/2014/main" id="{504CB8FF-B0F7-429A-9C0B-099BBBAF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86400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  <p:sp>
        <p:nvSpPr>
          <p:cNvPr id="12024" name="Connector 12024">
            <a:extLst xmlns:a="http://schemas.openxmlformats.org/drawingml/2006/main">
              <a:ext uri="{FF2B5EF4-FFF2-40B4-BE49-F238E27FC236}">
                <a16:creationId xmlns:a16="http://schemas.microsoft.com/office/drawing/2014/main" id="{62D26EC8-8CE0-454B-91CB-524976BE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534025"/>
            <a:ext cx="571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6628877"/>
      </p:ext>
    </p:extLst>
  </p:cSld>
</p:sld>
</file>

<file path=ppt/theme/theme1.xml><?xml version="1.0" encoding="utf-8"?>
<a:theme xmlns:a="http://schemas.openxmlformats.org/drawingml/2006/main" name="Codex PPT Theme">
  <a:themeElements>
    <a:clrScheme name="Codex PPT">
      <a:dk1>
        <a:srgbClr val="404040"/>
      </a:dk1>
      <a:lt1>
        <a:srgbClr val="FFFFFF"/>
      </a:lt1>
      <a:dk2>
        <a:srgbClr val="404040"/>
      </a:dk2>
      <a:lt2>
        <a:srgbClr val="000000"/>
      </a:lt2>
      <a:accent1>
        <a:srgbClr val="435BE1"/>
      </a:accent1>
      <a:accent2>
        <a:srgbClr val="000000"/>
      </a:accent2>
      <a:accent3>
        <a:srgbClr val="435BE1"/>
      </a:accent3>
      <a:accent4>
        <a:srgbClr val="000000"/>
      </a:accent4>
      <a:accent5>
        <a:srgbClr val="435BE1"/>
      </a:accent5>
      <a:accent6>
        <a:srgbClr val="000000"/>
      </a:accent6>
      <a:hlink>
        <a:srgbClr val="2563EB"/>
      </a:hlink>
      <a:folHlink>
        <a:srgbClr val="7C3AED"/>
      </a:folHlink>
    </a:clrScheme>
    <a:fontScheme name="Codex PPT">
      <a:majorFont>
        <a:latin typeface="Aptos"/>
        <a:ea typeface="PingFang SC"/>
        <a:cs typeface="Aptos"/>
      </a:majorFont>
      <a:minorFont>
        <a:latin typeface="Aptos"/>
        <a:ea typeface="PingFang SC"/>
        <a:cs typeface="Aptos"/>
      </a:minorFont>
    </a:fontScheme>
    <a:fmtScheme name="Codex P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2026-10-20T03:28:21.8130000Z</dcterms:created>
  <dcterms:modified xsi:type="dcterms:W3CDTF">2026-10-20T03:28:21.8130000Z</dcterms:modified>
</coreProperties>
</file>